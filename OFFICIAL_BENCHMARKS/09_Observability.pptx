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Operation | Rate</a:t>
            </a:r>
          </a:p>
          <a:p>
            <a:r>
              <a:rPr sz="1000">
                <a:solidFill>
                  <a:srgbClr val="222222"/>
                </a:solidFill>
              </a:rPr>
              <a:t>  Span write | 45,000 spans/sec</a:t>
            </a:r>
          </a:p>
          <a:p>
            <a:r>
              <a:rPr sz="1000">
                <a:solidFill>
                  <a:srgbClr val="222222"/>
                </a:solidFill>
              </a:rPr>
              <a:t>  Metric flush | 12,000 metrics/sec</a:t>
            </a:r>
          </a:p>
          <a:p>
            <a:r>
              <a:rPr sz="1000">
                <a:solidFill>
                  <a:srgbClr val="222222"/>
                </a:solidFill>
              </a:rPr>
              <a:t>  Log write | 80,000 logs/sec</a:t>
            </a:r>
          </a:p>
          <a:p>
            <a:r>
              <a:rPr sz="1000">
                <a:solidFill>
                  <a:srgbClr val="222222"/>
                </a:solidFill>
              </a:rPr>
              <a:t>  Query (last 100 spans) | 2.1ms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Storage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Data Type | Per Entry | 1M entries</a:t>
            </a:r>
          </a:p>
          <a:p>
            <a:r>
              <a:rPr sz="1000">
                <a:solidFill>
                  <a:srgbClr val="222222"/>
                </a:solidFill>
              </a:rPr>
              <a:t>  Spans (JSONL) | ~380 bytes | ~380MB</a:t>
            </a:r>
          </a:p>
          <a:p>
            <a:r>
              <a:rPr sz="1000">
                <a:solidFill>
                  <a:srgbClr val="222222"/>
                </a:solidFill>
              </a:rPr>
              <a:t>  Metrics | ~120 bytes | ~120MB</a:t>
            </a:r>
          </a:p>
          <a:p>
            <a:r>
              <a:rPr sz="1000">
                <a:solidFill>
                  <a:srgbClr val="222222"/>
                </a:solidFill>
              </a:rPr>
              <a:t>  Logs | ~150 bytes | ~150MB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vs Cloud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Feature | Anticloud Local | Datadog | Grafana Cloud</a:t>
            </a:r>
          </a:p>
          <a:p>
            <a:r>
              <a:rPr sz="1000">
                <a:solidFill>
                  <a:srgbClr val="222222"/>
                </a:solidFill>
              </a:rPr>
              <a:t>  Data egress | Zero | All data | All data</a:t>
            </a:r>
          </a:p>
          <a:p>
            <a:r>
              <a:rPr sz="1000">
                <a:solidFill>
                  <a:srgbClr val="222222"/>
                </a:solidFill>
              </a:rPr>
              <a:t>  Cost | $0 | $15–$35/host/mo | $8–$25/host/mo</a:t>
            </a:r>
          </a:p>
          <a:p>
            <a:r>
              <a:rPr sz="1000">
                <a:solidFill>
                  <a:srgbClr val="222222"/>
                </a:solidFill>
              </a:rPr>
              <a:t>  Air-gapped | Yes | No | No</a:t>
            </a:r>
          </a:p>
          <a:p>
            <a:r>
              <a:rPr sz="1000">
                <a:solidFill>
                  <a:srgbClr val="222222"/>
                </a:solidFill>
              </a:rPr>
              <a:t>  Query offline | Yes | No | No</a:t>
            </a:r>
          </a:p>
          <a:p>
            <a:r>
              <a:rPr sz="1000">
                <a:solidFill>
                  <a:srgbClr val="222222"/>
                </a:solidFill>
              </a:rPr>
              <a:t>  Retention | Unlimited (local) | 15 days (free) | 13 months (paid)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