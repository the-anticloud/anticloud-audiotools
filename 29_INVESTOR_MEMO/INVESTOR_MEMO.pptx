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AUDIOTOOLS | Category: AUDIO_CONSUMER</a:t>
            </a:r>
          </a:p>
          <a:p>
            <a:r>
              <a:t>Upstream: https://github.com/descriptinc/audiotools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Audio processing tools for ML without data egress. Cloud-hosted alternatives leak data by architecture; Anticloud FZ LLE delivers AUDIOTOOLS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AUDIOTOOLS (https://github.com/descriptinc/audiotools, MIT)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AUDIO_CONSUMER;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